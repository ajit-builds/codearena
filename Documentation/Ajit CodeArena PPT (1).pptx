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3aad7fb8_0_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3aad7fb8_0_2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03aad7fb8_0_4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3aad7fb8_0_6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GB">
                <a:solidFill>
                  <a:schemeClr val="lt1"/>
                </a:solidFill>
              </a:rPr>
              <a:t>                      134.Coding Challenge Game Arena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6700"/>
              <a:buNone/>
            </a:pPr>
            <a:r>
              <a:rPr b="1" lang="en-GB" sz="1499">
                <a:solidFill>
                  <a:schemeClr val="lt1"/>
                </a:solidFill>
              </a:rPr>
              <a:t>By Ajit SIngh</a:t>
            </a:r>
            <a:endParaRPr b="1" sz="149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6538"/>
              <a:buNone/>
            </a:pPr>
            <a:r>
              <a:rPr b="1" lang="en-GB" sz="832">
                <a:solidFill>
                  <a:schemeClr val="lt1"/>
                </a:solidFill>
              </a:rPr>
              <a:t>Roll Number: </a:t>
            </a: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150096725011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6" name="Google Shape;56;p14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igh-tech digital grid background with glowing code snippets and neon circuit patterns, dark aesthetic, purple and magenta tones." id="62" name="Google Shape;62;p15"/>
          <p:cNvPicPr preferRelativeResize="0"/>
          <p:nvPr/>
        </p:nvPicPr>
        <p:blipFill rotWithShape="1">
          <a:blip r:embed="rId4">
            <a:alphaModFix/>
          </a:blip>
          <a:srcRect b="0" l="5553" r="0" t="0"/>
          <a:stretch/>
        </p:blipFill>
        <p:spPr>
          <a:xfrm>
            <a:off x="5905500" y="0"/>
            <a:ext cx="3238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Statement: Coding Challenge Game Arena</a:t>
            </a:r>
            <a:endParaRPr b="1" sz="259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15"/>
          <p:cNvGrpSpPr/>
          <p:nvPr/>
        </p:nvGrpSpPr>
        <p:grpSpPr>
          <a:xfrm>
            <a:off x="300038" y="1176338"/>
            <a:ext cx="5305500" cy="1495500"/>
            <a:chOff x="300038" y="1176338"/>
            <a:chExt cx="5305500" cy="1495500"/>
          </a:xfrm>
        </p:grpSpPr>
        <p:pic>
          <p:nvPicPr>
            <p:cNvPr id="66" name="Google Shape;6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0038" y="1176338"/>
              <a:ext cx="5305500" cy="14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5"/>
            <p:cNvSpPr txBox="1"/>
            <p:nvPr/>
          </p:nvSpPr>
          <p:spPr>
            <a:xfrm>
              <a:off x="571500" y="138112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Core Objective</a:t>
              </a:r>
              <a:endParaRPr b="1" sz="16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571500" y="171450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Develop an interactive web-based coding challenge platform where beginners can practice programming through gamified challenges and competitive rankings.</a:t>
              </a:r>
              <a:endParaRPr b="1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381000" y="2762250"/>
            <a:ext cx="5143350" cy="952500"/>
            <a:chOff x="381000" y="2762250"/>
            <a:chExt cx="5143350" cy="952500"/>
          </a:xfrm>
        </p:grpSpPr>
        <p:sp>
          <p:nvSpPr>
            <p:cNvPr id="70" name="Google Shape;70;p15"/>
            <p:cNvSpPr/>
            <p:nvPr/>
          </p:nvSpPr>
          <p:spPr>
            <a:xfrm>
              <a:off x="381000" y="2762250"/>
              <a:ext cx="16191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476250" y="285750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🎮</a:t>
              </a:r>
              <a:endParaRPr b="0" sz="1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Gamified Learning</a:t>
              </a:r>
              <a:endParaRPr b="1" sz="111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Interactive coding games to make practice engaging.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2143125" y="2762250"/>
              <a:ext cx="16191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238375" y="285750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⏱</a:t>
              </a:r>
              <a:endParaRPr b="0" sz="1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Timed Challenges</a:t>
              </a:r>
              <a:endParaRPr b="1" sz="111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Test speed and accuracy within limited time.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905250" y="2762250"/>
              <a:ext cx="16191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4000500" y="285750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🏆</a:t>
              </a:r>
              <a:endParaRPr b="0" sz="1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Leaderboards</a:t>
              </a:r>
              <a:endParaRPr b="1" sz="111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Track scores and encourage competition.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381000" y="3905250"/>
            <a:ext cx="5143500" cy="904875"/>
            <a:chOff x="381000" y="3905250"/>
            <a:chExt cx="5143500" cy="904875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381000" y="390525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Coding Challenge Types</a:t>
              </a:r>
              <a:endParaRPr b="1" sz="14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81000" y="4238625"/>
              <a:ext cx="1619100" cy="571500"/>
            </a:xfrm>
            <a:prstGeom prst="roundRect">
              <a:avLst>
                <a:gd fmla="val 8333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476250" y="4238625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2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EASY</a:t>
              </a:r>
              <a:endParaRPr b="1" sz="832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Syntax practice &amp; beginner questions.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143125" y="4238625"/>
              <a:ext cx="1619100" cy="571500"/>
            </a:xfrm>
            <a:prstGeom prst="roundRect">
              <a:avLst>
                <a:gd fmla="val 8333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2238375" y="4238625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2">
                  <a:solidFill>
                    <a:srgbClr val="EF6C00"/>
                  </a:solidFill>
                  <a:latin typeface="Arial"/>
                  <a:ea typeface="Arial"/>
                  <a:cs typeface="Arial"/>
                  <a:sym typeface="Arial"/>
                </a:rPr>
                <a:t>MEDIUM</a:t>
              </a:r>
              <a:endParaRPr b="1" sz="832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Logic &amp; output prediction problems.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905250" y="4238625"/>
              <a:ext cx="1619100" cy="571500"/>
            </a:xfrm>
            <a:prstGeom prst="roundRect">
              <a:avLst>
                <a:gd fmla="val 8333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4000500" y="4238625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2">
                  <a:solidFill>
                    <a:srgbClr val="C62828"/>
                  </a:solidFill>
                  <a:latin typeface="Arial"/>
                  <a:ea typeface="Arial"/>
                  <a:cs typeface="Arial"/>
                  <a:sym typeface="Arial"/>
                </a:rPr>
                <a:t>HARD</a:t>
              </a:r>
              <a:endParaRPr b="1" sz="832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2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Advanced challenges with higher scoring.</a:t>
              </a:r>
              <a:endParaRPr b="0" sz="832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" name="Google Shape;8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4000500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Approach &amp; Implementation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81000" y="1143000"/>
            <a:ext cx="4095900" cy="8574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71500" y="1238250"/>
            <a:ext cx="3714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🏗 Platform Architecture</a:t>
            </a:r>
            <a:endParaRPr b="1" sz="12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Developed as a frontend web application using </a:t>
            </a:r>
            <a:r>
              <a:rPr lang="en-GB" sz="1000">
                <a:solidFill>
                  <a:srgbClr val="333333"/>
                </a:solidFill>
              </a:rPr>
              <a:t>HTML, CSS, and JavaScript.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667250" y="1143000"/>
            <a:ext cx="4095900" cy="123840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857750" y="1238250"/>
            <a:ext cx="37149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🎮 Game-Based Learning Modules</a:t>
            </a:r>
            <a:endParaRPr b="1" sz="12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Integrated multiple coding games:</a:t>
            </a:r>
            <a:endParaRPr b="0"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Char char="●"/>
            </a:pPr>
            <a:r>
              <a:rPr b="0" lang="en-GB" sz="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Coding Hangman</a:t>
            </a:r>
            <a:endParaRPr b="0" sz="9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Char char="●"/>
            </a:pPr>
            <a:r>
              <a:rPr b="0" lang="en-GB" sz="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Syntax Reveal Challenge</a:t>
            </a:r>
            <a:endParaRPr b="0" sz="9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Char char="●"/>
            </a:pPr>
            <a:r>
              <a:rPr b="0" lang="en-GB" sz="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MCQ Coding Quiz</a:t>
            </a:r>
            <a:endParaRPr b="0" sz="9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Arial"/>
              <a:buChar char="●"/>
            </a:pPr>
            <a:r>
              <a:rPr b="0" lang="en-GB" sz="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CSS Tic Tac Toe</a:t>
            </a:r>
            <a:endParaRPr b="0" sz="90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81000" y="2143125"/>
            <a:ext cx="4095900" cy="8574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1500" y="2238375"/>
            <a:ext cx="3714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⏱ Timer &amp; Score System</a:t>
            </a:r>
            <a:endParaRPr b="1" sz="12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Challenges include countdown timers and score calculations based on speed and accuracy.</a:t>
            </a:r>
            <a:endParaRPr b="0"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667250" y="2524125"/>
            <a:ext cx="4095900" cy="8574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4857750" y="2619375"/>
            <a:ext cx="3714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💾 Local Storage Integration</a:t>
            </a:r>
            <a:endParaRPr b="1" sz="12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scores and leaderboard rankings are stored using</a:t>
            </a:r>
            <a:r>
              <a:rPr lang="en-GB" sz="1000">
                <a:solidFill>
                  <a:srgbClr val="333333"/>
                </a:solidFill>
              </a:rPr>
              <a:t> browser localStorage.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81000" y="3571875"/>
            <a:ext cx="8382000" cy="1333500"/>
          </a:xfrm>
          <a:prstGeom prst="roundRect">
            <a:avLst>
              <a:gd fmla="val 8571" name="adj"/>
            </a:avLst>
          </a:prstGeom>
          <a:solidFill>
            <a:srgbClr val="A81B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66750" y="371475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Interface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666750" y="4048125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Home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Challenges / Game Library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2667000" y="4048125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Leaderboard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Game Builder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4175" y="4276725"/>
            <a:ext cx="13689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 Logic &amp; Process Flow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381000" y="1143000"/>
            <a:ext cx="4286400" cy="3000300"/>
            <a:chOff x="381000" y="1143000"/>
            <a:chExt cx="4286400" cy="3000300"/>
          </a:xfrm>
        </p:grpSpPr>
        <p:sp>
          <p:nvSpPr>
            <p:cNvPr id="111" name="Google Shape;111;p17"/>
            <p:cNvSpPr/>
            <p:nvPr/>
          </p:nvSpPr>
          <p:spPr>
            <a:xfrm>
              <a:off x="381000" y="1143000"/>
              <a:ext cx="4286400" cy="5238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952500" y="114300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🏠 Landing Page</a:t>
              </a:r>
              <a:endParaRPr b="1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User enters CodeArena and explores available coding games.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381000" y="1762125"/>
              <a:ext cx="4286400" cy="5238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952500" y="1762125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🎮 Challenge Selection</a:t>
              </a:r>
              <a:endParaRPr b="1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Player selects a coding game from the Game Library.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381000" y="2381250"/>
              <a:ext cx="4286400" cy="5238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952500" y="238125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⚙ Challenge Execution</a:t>
              </a:r>
              <a:endParaRPr b="1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Timer starts and the player attempts the challenge.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381000" y="3000375"/>
              <a:ext cx="4286400" cy="5238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952500" y="3000375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🏆 Result &amp; Scoring</a:t>
              </a:r>
              <a:endParaRPr b="1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System validates answers and calculates the score.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81000" y="3619500"/>
              <a:ext cx="4286400" cy="5238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952500" y="361950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A81B50"/>
                  </a:solidFill>
                  <a:latin typeface="Arial"/>
                  <a:ea typeface="Arial"/>
                  <a:cs typeface="Arial"/>
                  <a:sym typeface="Arial"/>
                </a:rPr>
                <a:t>📊 Leaderboard Update</a:t>
              </a:r>
              <a:endParaRPr b="1" sz="12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User rankings update based on challenge performance.</a:t>
              </a:r>
              <a:endParaRPr b="0"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4953000" y="1143000"/>
            <a:ext cx="3810000" cy="3238500"/>
            <a:chOff x="4953000" y="1143000"/>
            <a:chExt cx="3810000" cy="3238500"/>
          </a:xfrm>
        </p:grpSpPr>
        <p:sp>
          <p:nvSpPr>
            <p:cNvPr id="122" name="Google Shape;122;p17"/>
            <p:cNvSpPr/>
            <p:nvPr/>
          </p:nvSpPr>
          <p:spPr>
            <a:xfrm>
              <a:off x="4953000" y="1143000"/>
              <a:ext cx="3810000" cy="3238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5191125" y="133350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Detailed Flow Sequence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5191125" y="1666875"/>
              <a:ext cx="3333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17"/>
            <p:cNvSpPr txBox="1"/>
            <p:nvPr/>
          </p:nvSpPr>
          <p:spPr>
            <a:xfrm>
              <a:off x="5191125" y="1857375"/>
              <a:ext cx="3333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LOAD_CHALLENGE(selected_game)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INITIALIZE_TIMER(game_timer)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CAPTURE_USER_INPUT(answer_buffer)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VALIDATE_RESPONSE(game_logic)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COMPUTE_SCORE(scoring_system)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SAVE_SCORE(localStorage)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UPDATE_LEADERBOARD_UI(rank_display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FF4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2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4524375"/>
            <a:ext cx="13335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 &amp; Key Takeaways</a:t>
            </a:r>
            <a:endParaRPr b="1"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81000" y="1190625"/>
            <a:ext cx="8382000" cy="8574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571500" y="128587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Project Success</a:t>
            </a:r>
            <a:endParaRPr b="1" sz="13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Successfully developed a </a:t>
            </a:r>
            <a:r>
              <a:rPr b="1" lang="en-GB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Coding Challenge Game Arena</a:t>
            </a:r>
            <a:r>
              <a:rPr b="0" lang="en-GB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demonstrating how gamification can improve programming learning.</a:t>
            </a:r>
            <a:endParaRPr b="0"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81000" y="2190750"/>
            <a:ext cx="4095900" cy="1047900"/>
          </a:xfrm>
          <a:prstGeom prst="roundRect">
            <a:avLst>
              <a:gd fmla="val 7272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71500" y="2286000"/>
            <a:ext cx="3714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✅ Core Competencies</a:t>
            </a:r>
            <a:endParaRPr b="1" sz="13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Applied web development technologies includin</a:t>
            </a:r>
            <a:r>
              <a:rPr lang="en-GB" sz="1050">
                <a:solidFill>
                  <a:srgbClr val="333333"/>
                </a:solidFill>
              </a:rPr>
              <a:t>g HTML, CSS, and JavaScript to build an interactive coding platform.</a:t>
            </a:r>
            <a:endParaRPr sz="1050">
              <a:solidFill>
                <a:srgbClr val="333333"/>
              </a:solidFill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667250" y="2190750"/>
            <a:ext cx="4095900" cy="1047900"/>
          </a:xfrm>
          <a:prstGeom prst="roundRect">
            <a:avLst>
              <a:gd fmla="val 7272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4857750" y="2286000"/>
            <a:ext cx="3714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81B50"/>
                </a:solidFill>
                <a:latin typeface="Arial"/>
                <a:ea typeface="Arial"/>
                <a:cs typeface="Arial"/>
                <a:sym typeface="Arial"/>
              </a:rPr>
              <a:t>⚡ Gamified Learning Experience</a:t>
            </a:r>
            <a:endParaRPr b="1" sz="1300">
              <a:solidFill>
                <a:srgbClr val="A81B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Integrated timers, scoring systems, and leaderboards to encourage consistent coding practice.</a:t>
            </a:r>
            <a:endParaRPr b="0"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81000" y="3381375"/>
            <a:ext cx="8382000" cy="857400"/>
          </a:xfrm>
          <a:prstGeom prst="roundRect">
            <a:avLst>
              <a:gd fmla="val 8888" name="adj"/>
            </a:avLst>
          </a:prstGeom>
          <a:solidFill>
            <a:srgbClr val="A81B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19125" y="3476625"/>
            <a:ext cx="7905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🏗 Scalable Platform Design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modular design allows new coding games and challenges to be added easily in the future.</a:t>
            </a:r>
            <a:endParaRPr b="0" sz="10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4476750"/>
            <a:ext cx="1371600" cy="4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46" name="Google Shape;146;p1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